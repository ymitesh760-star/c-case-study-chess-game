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1" r:id="rId5"/>
    <p:sldId id="260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638C4C-C2C9-469A-8627-C1681A24595B}" v="89" dt="2026-03-10T10:03:58.626"/>
    <p1510:client id="{67A40640-DD00-42F2-80B7-602BB028B960}" v="7" dt="2026-03-10T10:19:29.995"/>
    <p1510:client id="{C67F9AFB-40C8-4948-AA08-3977296B7BF4}" v="13" dt="2026-03-10T10:10:41.805"/>
    <p1510:client id="{D47A6726-B1C3-4610-8E4F-55AE3981D651}" v="16" dt="2026-03-10T10:06:06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AC3DF4B-EBC6-5E11-0AA4-E94E16D5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9DCA5FF3-938B-EA59-C6CF-B72ABB4158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576CAB3D-E982-74F1-6193-B8F3909D3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4271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2883249-DD6F-5814-301F-E87C41E7D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0A1FB6B7-0E6D-1D34-6264-F4ADFD0E9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026A124F-8561-EA7D-1041-E8F533E810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8223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3E9F3D2-73E4-729B-0C04-FF13B225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E8B807A9-3BEA-734C-BA72-E318F501EF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8B9E97F8-35DB-6D9E-1147-5DDC20738E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516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/>
            <a:r>
              <a:rPr lang="en-GB" b="1" dirty="0">
                <a:solidFill>
                  <a:schemeClr val="lt1"/>
                </a:solidFill>
              </a:rPr>
              <a:t>Chess Game</a:t>
            </a:r>
          </a:p>
          <a:p>
            <a:pPr marL="0" indent="0"/>
            <a:r>
              <a:rPr lang="en-GB" sz="1700" b="1" dirty="0">
                <a:solidFill>
                  <a:schemeClr val="lt1"/>
                </a:solidFill>
              </a:rPr>
              <a:t>By Mitesh Yadav</a:t>
            </a: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>
                <a:solidFill>
                  <a:srgbClr val="A81B50"/>
                </a:solidFill>
              </a:rPr>
              <a:t>Problem Statement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>
              <a:lnSpc>
                <a:spcPct val="114999"/>
              </a:lnSpc>
              <a:buNone/>
            </a:pPr>
            <a:r>
              <a:rPr lang="en-GB" dirty="0"/>
              <a:t>Chess is a strategic board game played between two players on an </a:t>
            </a:r>
            <a:r>
              <a:rPr lang="en-GB" b="1" dirty="0"/>
              <a:t>8×8 board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 Each player controls 16 pieces including </a:t>
            </a:r>
            <a:r>
              <a:rPr lang="en-GB" b="1" dirty="0"/>
              <a:t>king, queen, rooks, bishops, knights, and pawns</a:t>
            </a:r>
            <a:r>
              <a:rPr lang="en-GB" dirty="0"/>
              <a:t>.</a:t>
            </a:r>
            <a:endParaRPr lang="en-US" dirty="0"/>
          </a:p>
          <a:p>
            <a:pPr>
              <a:lnSpc>
                <a:spcPct val="114999"/>
              </a:lnSpc>
              <a:buNone/>
            </a:pPr>
            <a:r>
              <a:rPr lang="en-GB" dirty="0"/>
              <a:t>Creating a chess game digitally helps players </a:t>
            </a:r>
            <a:r>
              <a:rPr lang="en-GB" b="1" dirty="0"/>
              <a:t>learn rules, practice strategies, and simulate real gameplay</a:t>
            </a:r>
            <a:r>
              <a:rPr lang="en-GB" dirty="0"/>
              <a:t>.</a:t>
            </a:r>
          </a:p>
          <a:p>
            <a:pPr>
              <a:lnSpc>
                <a:spcPct val="114999"/>
              </a:lnSpc>
              <a:buNone/>
            </a:pPr>
            <a:r>
              <a:rPr lang="en-GB" b="1" dirty="0"/>
              <a:t>Problem:</a:t>
            </a:r>
            <a:br>
              <a:rPr lang="en-GB" b="1" dirty="0"/>
            </a:br>
            <a:r>
              <a:rPr lang="en-GB" b="1" dirty="0"/>
              <a:t> Design and implement a console-based Chess Game using C++</a:t>
            </a:r>
            <a:r>
              <a:rPr lang="en-GB" dirty="0"/>
              <a:t> that:</a:t>
            </a:r>
          </a:p>
          <a:p>
            <a:pPr marL="285750" indent="-285750">
              <a:lnSpc>
                <a:spcPct val="114999"/>
              </a:lnSpc>
            </a:pPr>
            <a:r>
              <a:rPr lang="en-GB" dirty="0"/>
              <a:t>Displays an 8×8 chess board</a:t>
            </a:r>
          </a:p>
          <a:p>
            <a:pPr marL="285750" indent="-285750">
              <a:lnSpc>
                <a:spcPct val="114999"/>
              </a:lnSpc>
            </a:pPr>
            <a:r>
              <a:rPr lang="en-GB" dirty="0"/>
              <a:t>Allows two players to make moves</a:t>
            </a:r>
          </a:p>
          <a:p>
            <a:pPr marL="285750" indent="-285750">
              <a:lnSpc>
                <a:spcPct val="114999"/>
              </a:lnSpc>
            </a:pPr>
            <a:r>
              <a:rPr lang="en-GB" dirty="0"/>
              <a:t>Validates moves according to piece rules</a:t>
            </a:r>
          </a:p>
          <a:p>
            <a:pPr marL="285750" indent="-285750">
              <a:lnSpc>
                <a:spcPct val="114999"/>
              </a:lnSpc>
            </a:pPr>
            <a:r>
              <a:rPr lang="en-GB" dirty="0"/>
              <a:t>Detects when a </a:t>
            </a:r>
            <a:r>
              <a:rPr lang="en-GB" b="1" dirty="0"/>
              <a:t>king is captured and the game ends</a:t>
            </a:r>
            <a:endParaRPr lang="en-GB" dirty="0"/>
          </a:p>
          <a:p>
            <a:pPr indent="0">
              <a:lnSpc>
                <a:spcPct val="114999"/>
              </a:lnSpc>
              <a:buNone/>
            </a:pPr>
            <a:br>
              <a:rPr lang="en-US" dirty="0"/>
            </a:br>
            <a:endParaRPr lang="en-US" dirty="0"/>
          </a:p>
          <a:p>
            <a:pPr marL="11430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GB" dirty="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554570FC-9AD4-276F-612C-2DB6DB50F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493F094D-04AA-DC8C-5632-755E9D14D8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>
                <a:solidFill>
                  <a:srgbClr val="A81B50"/>
                </a:solidFill>
              </a:rPr>
              <a:t>Solution</a:t>
            </a:r>
            <a:br>
              <a:rPr lang="en-GB" b="1" dirty="0">
                <a:solidFill>
                  <a:srgbClr val="A81B50"/>
                </a:solidFill>
              </a:rPr>
            </a:br>
            <a:endParaRPr lang="en-GB"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A192104-BD25-7DCD-2127-A5A42B539C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en-GB" sz="1200" dirty="0"/>
              <a:t>To solve this problem, a </a:t>
            </a:r>
            <a:r>
              <a:rPr lang="en-GB" sz="1200" b="1" dirty="0"/>
              <a:t>C++ console-based chess game</a:t>
            </a:r>
            <a:r>
              <a:rPr lang="en-GB" sz="1200" dirty="0"/>
              <a:t> was developed using </a:t>
            </a:r>
            <a:r>
              <a:rPr lang="en-GB" sz="1200" b="1" dirty="0"/>
              <a:t>Object-Oriented Programming concepts</a:t>
            </a:r>
            <a:r>
              <a:rPr lang="en-GB" sz="1200" dirty="0"/>
              <a:t>.</a:t>
            </a:r>
            <a:endParaRPr lang="en-US" sz="1200" dirty="0"/>
          </a:p>
          <a:p>
            <a:pPr>
              <a:lnSpc>
                <a:spcPct val="114999"/>
              </a:lnSpc>
              <a:buNone/>
            </a:pPr>
            <a:r>
              <a:rPr lang="en-GB" sz="1200" b="1" dirty="0"/>
              <a:t>Key Features of the Solution:</a:t>
            </a:r>
            <a:endParaRPr lang="en-GB" sz="1200" dirty="0"/>
          </a:p>
          <a:p>
            <a:pPr marL="285750" indent="-285750">
              <a:lnSpc>
                <a:spcPct val="114999"/>
              </a:lnSpc>
            </a:pPr>
            <a:r>
              <a:rPr lang="en-GB" sz="1200" dirty="0"/>
              <a:t>Chess board represented using a </a:t>
            </a:r>
            <a:r>
              <a:rPr lang="en-GB" sz="1200" b="1" dirty="0"/>
              <a:t>2D array (8×8)</a:t>
            </a:r>
            <a:endParaRPr lang="en-GB" sz="1200" dirty="0"/>
          </a:p>
          <a:p>
            <a:pPr marL="285750" indent="-285750">
              <a:lnSpc>
                <a:spcPct val="114999"/>
              </a:lnSpc>
            </a:pPr>
            <a:r>
              <a:rPr lang="en-GB" sz="1200" dirty="0"/>
              <a:t>A </a:t>
            </a:r>
            <a:r>
              <a:rPr lang="en-GB" sz="1200" b="1" err="1"/>
              <a:t>ChessGame</a:t>
            </a:r>
            <a:r>
              <a:rPr lang="en-GB" sz="1200" b="1" dirty="0"/>
              <a:t> class</a:t>
            </a:r>
            <a:r>
              <a:rPr lang="en-GB" sz="1200" dirty="0"/>
              <a:t> manages the game logic</a:t>
            </a:r>
          </a:p>
          <a:p>
            <a:pPr marL="285750" indent="-285750">
              <a:lnSpc>
                <a:spcPct val="114999"/>
              </a:lnSpc>
            </a:pPr>
            <a:r>
              <a:rPr lang="en-GB" sz="1200" dirty="0"/>
              <a:t>Each piece is represented using characters</a:t>
            </a:r>
          </a:p>
          <a:p>
            <a:pPr marL="1200150" lvl="1" indent="-285750">
              <a:lnSpc>
                <a:spcPct val="114999"/>
              </a:lnSpc>
            </a:pPr>
            <a:r>
              <a:rPr lang="en-GB" sz="1100" dirty="0"/>
              <a:t>Uppercase → White pieces</a:t>
            </a:r>
          </a:p>
          <a:p>
            <a:pPr marL="1200150" lvl="1" indent="-285750">
              <a:lnSpc>
                <a:spcPct val="114999"/>
              </a:lnSpc>
            </a:pPr>
            <a:r>
              <a:rPr lang="en-GB" sz="1100" dirty="0"/>
              <a:t>Lowercase → Black pieces</a:t>
            </a:r>
          </a:p>
          <a:p>
            <a:pPr marL="285750" indent="-285750">
              <a:lnSpc>
                <a:spcPct val="114999"/>
              </a:lnSpc>
            </a:pPr>
            <a:r>
              <a:rPr lang="en-GB" sz="1200" dirty="0"/>
              <a:t>Players enter moves using coordinates</a:t>
            </a:r>
          </a:p>
          <a:p>
            <a:pPr marL="285750" indent="-285750">
              <a:lnSpc>
                <a:spcPct val="114999"/>
              </a:lnSpc>
            </a:pPr>
            <a:r>
              <a:rPr lang="en-GB" sz="1200" dirty="0"/>
              <a:t>The system validates moves and updates the board</a:t>
            </a:r>
          </a:p>
          <a:p>
            <a:pPr marL="285750" indent="-285750">
              <a:lnSpc>
                <a:spcPct val="114999"/>
              </a:lnSpc>
            </a:pPr>
            <a:r>
              <a:rPr lang="en-GB" sz="1200" dirty="0"/>
              <a:t>Game ends when a </a:t>
            </a:r>
            <a:r>
              <a:rPr lang="en-GB" sz="1200" b="1" dirty="0"/>
              <a:t>king is captured</a:t>
            </a:r>
            <a:endParaRPr lang="en-GB" sz="1200" dirty="0"/>
          </a:p>
          <a:p>
            <a:pPr indent="0">
              <a:lnSpc>
                <a:spcPct val="114999"/>
              </a:lnSpc>
              <a:buNone/>
            </a:pPr>
            <a:r>
              <a:rPr lang="en-GB" sz="1200" b="1" dirty="0"/>
              <a:t>Technologies Used</a:t>
            </a:r>
            <a:endParaRPr lang="en-GB" sz="1200" dirty="0"/>
          </a:p>
          <a:p>
            <a:pPr marL="285750" indent="-285750">
              <a:lnSpc>
                <a:spcPct val="114999"/>
              </a:lnSpc>
            </a:pPr>
            <a:r>
              <a:rPr lang="en-GB" sz="1200" dirty="0"/>
              <a:t>C++ Programming Language</a:t>
            </a:r>
          </a:p>
          <a:p>
            <a:pPr marL="285750" indent="-285750">
              <a:lnSpc>
                <a:spcPct val="114999"/>
              </a:lnSpc>
            </a:pPr>
            <a:r>
              <a:rPr lang="en-GB" sz="1200" dirty="0"/>
              <a:t>Object-Oriented Programming</a:t>
            </a:r>
          </a:p>
          <a:p>
            <a:pPr marL="285750" indent="-285750">
              <a:lnSpc>
                <a:spcPct val="114999"/>
              </a:lnSpc>
            </a:pPr>
            <a:r>
              <a:rPr lang="en-GB" sz="1200" dirty="0"/>
              <a:t>Console-based Interface</a:t>
            </a:r>
          </a:p>
          <a:p>
            <a:pPr>
              <a:lnSpc>
                <a:spcPct val="114999"/>
              </a:lnSpc>
              <a:buNone/>
            </a:pPr>
            <a:endParaRPr lang="en-GB" sz="1200" b="1" dirty="0"/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78C6647E-DCED-0B3D-0A6B-FD256BD242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1675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4D5A11D9-4D87-A9AA-6EC2-48542B744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BACC6ABE-AECA-A1F8-D9FE-8E98BA773B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/>
              <a:t>Working </a:t>
            </a:r>
            <a:br>
              <a:rPr lang="en-GB" b="1" dirty="0">
                <a:solidFill>
                  <a:srgbClr val="A81B50"/>
                </a:solidFill>
              </a:rPr>
            </a:br>
            <a:endParaRPr lang="en-GB"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695FEC4E-52FE-FE34-5ACB-905BF8482E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4999"/>
              </a:lnSpc>
            </a:pPr>
            <a:r>
              <a:rPr lang="en-GB" sz="2000"/>
              <a:t>Board is initialized as an </a:t>
            </a:r>
            <a:r>
              <a:rPr lang="en-GB" sz="2000" b="1"/>
              <a:t>8×8 array</a:t>
            </a:r>
            <a:r>
              <a:rPr lang="en-GB" sz="2000"/>
              <a:t> with chess pieces in starting positions.</a:t>
            </a:r>
            <a:endParaRPr lang="en-US" sz="2000"/>
          </a:p>
          <a:p>
            <a:pPr marL="285750" indent="-285750">
              <a:lnSpc>
                <a:spcPct val="114999"/>
              </a:lnSpc>
            </a:pPr>
            <a:r>
              <a:rPr lang="en-GB" sz="2000"/>
              <a:t>Players enter moves using </a:t>
            </a:r>
            <a:r>
              <a:rPr lang="en-GB" sz="2000" b="1"/>
              <a:t>row and column coordinates</a:t>
            </a:r>
            <a:r>
              <a:rPr lang="en-GB" sz="2000"/>
              <a:t>.</a:t>
            </a:r>
          </a:p>
          <a:p>
            <a:pPr marL="285750" indent="-285750">
              <a:lnSpc>
                <a:spcPct val="114999"/>
              </a:lnSpc>
            </a:pPr>
            <a:r>
              <a:rPr lang="en-GB" sz="2000"/>
              <a:t>The program </a:t>
            </a:r>
            <a:r>
              <a:rPr lang="en-GB" sz="2000" b="1"/>
              <a:t>validates the move</a:t>
            </a:r>
            <a:r>
              <a:rPr lang="en-GB" sz="2000"/>
              <a:t> based on chess rules.</a:t>
            </a:r>
          </a:p>
          <a:p>
            <a:pPr marL="285750" indent="-285750">
              <a:lnSpc>
                <a:spcPct val="114999"/>
              </a:lnSpc>
            </a:pPr>
            <a:r>
              <a:rPr lang="en-GB" sz="2000"/>
              <a:t>If valid, the piece moves and the </a:t>
            </a:r>
            <a:r>
              <a:rPr lang="en-GB" sz="2000" b="1"/>
              <a:t>board updates</a:t>
            </a:r>
            <a:r>
              <a:rPr lang="en-GB" sz="2000"/>
              <a:t>.</a:t>
            </a:r>
          </a:p>
          <a:p>
            <a:pPr marL="285750" indent="-285750">
              <a:lnSpc>
                <a:spcPct val="114999"/>
              </a:lnSpc>
            </a:pPr>
            <a:r>
              <a:rPr lang="en-GB" sz="2000" dirty="0"/>
              <a:t>The game checks if a </a:t>
            </a:r>
            <a:r>
              <a:rPr lang="en-GB" sz="2000" b="1" dirty="0"/>
              <a:t>king is captured</a:t>
            </a:r>
            <a:r>
              <a:rPr lang="en-GB" sz="2000" dirty="0"/>
              <a:t>.</a:t>
            </a:r>
            <a:endParaRPr lang="en-GB" sz="2000"/>
          </a:p>
          <a:p>
            <a:pPr indent="0">
              <a:lnSpc>
                <a:spcPct val="114999"/>
              </a:lnSpc>
              <a:buNone/>
            </a:pPr>
            <a:br>
              <a:rPr lang="en-US" dirty="0"/>
            </a:br>
            <a:endParaRPr lang="en-US" dirty="0"/>
          </a:p>
          <a:p>
            <a:pPr>
              <a:lnSpc>
                <a:spcPct val="114999"/>
              </a:lnSpc>
              <a:buNone/>
            </a:pPr>
            <a:endParaRPr lang="en-GB" sz="1200" dirty="0"/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56DC1DCE-DC6A-B1BC-5E91-22D1360EE9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3211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0793305D-E8F5-92DD-F437-11DA386D6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425C7A46-51F0-A6E3-8FFD-A9C686949F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>
                <a:solidFill>
                  <a:srgbClr val="A81B50"/>
                </a:solidFill>
              </a:rPr>
              <a:t>Conclusion </a:t>
            </a:r>
            <a:br>
              <a:rPr lang="en-GB" b="1" dirty="0">
                <a:solidFill>
                  <a:srgbClr val="A81B50"/>
                </a:solidFill>
              </a:rPr>
            </a:br>
            <a:endParaRPr lang="en-GB"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0775017A-C06D-E77E-9874-5F12F0F216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en-GB" sz="1600" dirty="0"/>
              <a:t>The </a:t>
            </a:r>
            <a:r>
              <a:rPr lang="en-GB" sz="1600" b="1" dirty="0"/>
              <a:t>Chess Game implemented in C++</a:t>
            </a:r>
            <a:r>
              <a:rPr lang="en-GB" sz="1600" dirty="0"/>
              <a:t> demonstrates how programming concepts can be used to simulate a real-world board game.</a:t>
            </a:r>
            <a:br>
              <a:rPr lang="en-GB" sz="1600" dirty="0"/>
            </a:br>
            <a:r>
              <a:rPr lang="en-GB" sz="1600" dirty="0"/>
              <a:t> The program uses </a:t>
            </a:r>
            <a:r>
              <a:rPr lang="en-GB" sz="1600" b="1" dirty="0"/>
              <a:t>arrays to represent the chess board and classes to manage the game logic</a:t>
            </a:r>
            <a:r>
              <a:rPr lang="en-GB" sz="1600" dirty="0"/>
              <a:t>.</a:t>
            </a:r>
            <a:endParaRPr lang="en-US" sz="1600"/>
          </a:p>
          <a:p>
            <a:pPr>
              <a:lnSpc>
                <a:spcPct val="114999"/>
              </a:lnSpc>
              <a:buNone/>
            </a:pPr>
            <a:r>
              <a:rPr lang="en-GB" sz="1600" dirty="0"/>
              <a:t>Players can take turns making moves, while the program validates each move and updates the board accordingly.</a:t>
            </a:r>
            <a:br>
              <a:rPr lang="en-GB" sz="1600" dirty="0"/>
            </a:br>
            <a:r>
              <a:rPr lang="en-GB" sz="1600" dirty="0"/>
              <a:t> The game continues until one of the kings is captured, declaring the winner.</a:t>
            </a:r>
          </a:p>
          <a:p>
            <a:pPr>
              <a:lnSpc>
                <a:spcPct val="114999"/>
              </a:lnSpc>
              <a:buNone/>
            </a:pPr>
            <a:r>
              <a:rPr lang="en-GB" sz="1600" dirty="0"/>
              <a:t>This project helps in understanding </a:t>
            </a:r>
            <a:r>
              <a:rPr lang="en-GB" sz="1600" b="1" dirty="0"/>
              <a:t>object-oriented programming, game logic, and problem-solving using C++</a:t>
            </a:r>
            <a:r>
              <a:rPr lang="en-GB" sz="1600" dirty="0"/>
              <a:t>. ♟</a:t>
            </a:r>
            <a:r>
              <a:rPr lang="en-GB" sz="1200" dirty="0"/>
              <a:t>️</a:t>
            </a:r>
            <a:endParaRPr lang="en-GB" dirty="0"/>
          </a:p>
          <a:p>
            <a:pPr>
              <a:lnSpc>
                <a:spcPct val="114999"/>
              </a:lnSpc>
              <a:buNone/>
            </a:pPr>
            <a:endParaRPr lang="en-GB" sz="1200" dirty="0"/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0D499194-800A-87EE-A012-16580878F9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420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Simple Light</vt:lpstr>
      <vt:lpstr>PowerPoint Presentation</vt:lpstr>
      <vt:lpstr>Problem Statement</vt:lpstr>
      <vt:lpstr>Solution </vt:lpstr>
      <vt:lpstr>Working  </vt:lpstr>
      <vt:lpstr>Conclusion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38</cp:revision>
  <dcterms:modified xsi:type="dcterms:W3CDTF">2026-03-10T10:19:47Z</dcterms:modified>
</cp:coreProperties>
</file>